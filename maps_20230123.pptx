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B8B0B-7148-0863-9073-1DDCC45EC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724EA-2225-C2E2-7416-6D3426583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3B2F-0716-79C0-4A8A-63855F627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42AE5-E3B1-C731-C892-54732524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357EB-4C02-6CC2-1A08-964F6426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20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A44B-C0A1-E369-9D8D-B155D7AF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455ED-68A1-69F5-58B2-0FE358283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5CA40-EF09-78A2-04E3-A9A2A210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35C29-FCF7-D633-3514-0C83B38A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1EE5C-34A1-4BA1-06DC-0B4A612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D74C-A836-33F9-A1C6-CBC467A5A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32B8B-5C45-6897-E5F0-140C0893F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C6FEA-DB03-06BD-FC9C-48F200E01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67300-B41A-CE51-D5EE-CB094BC4D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77F59-4F47-7F52-5273-DB2D83B5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4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7A71-B410-66CC-5FA5-C4290D0C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AA9E8-153B-F637-9D84-C918165DA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EF749-6AC4-35CB-DBED-46DFC91C5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80A98-6812-1AD1-7222-84AD39B2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4CC17-53B2-ED20-837A-8D3F031B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AFE31-4FAB-1F28-6BD8-F2998E514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6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88D8-54A2-D4C1-62E0-DCD72DB6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F0F10-D64B-A54F-826D-EFD5F54E7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F257D-5215-F510-4CFC-03DC017DB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8E002A-AC87-C7DF-859F-7FA6A3A78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0F90A9-EE3F-A8AE-B674-F1252B2E2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FB4C6-B6DD-EB23-09D7-543B1E40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EE633-C678-DA7C-46BD-12E71A07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015F7-0EAE-2934-CE73-BD130DC8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7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EE62-A6BC-32E9-92DC-713018E0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0A335-2E39-623E-45A7-036ABBBA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D98E25-F328-9B89-F3EC-8C6FCC9C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C342D-0195-E81D-254E-A688A5AB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0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3E1C90-FBE8-BA11-B91C-722FE09D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DFBD2-C022-2AC6-349C-DA8EA027A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A49DC-C231-2383-65ED-8A75AE69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9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04CA8-2E4E-D280-52BA-DA79A5F69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D622F-EE01-1E33-9402-66CB97166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417C9-C649-7141-CC91-C086E6F82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0849B-1987-D5D0-FD3B-B6C0E262C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5C0EB-E450-A254-B468-0C2585D5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F846F-65D4-E733-F6B8-AF72C46A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41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51CA-BA3F-93AA-7034-607BB82F2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A97D5B-CA21-894D-56C1-9FD227420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911F8-D7BE-7102-D29E-606E8F032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CF653-B712-E71F-B05B-1D258A52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01801-2263-BC0D-BA4C-EA714B2B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8E331-0F2A-3794-B834-17BBB4FF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5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AED3-8FAB-FC29-921D-89AFE9BA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A305A-AB19-2790-218E-5BD1CB6D8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84247-9DC3-C6D4-4578-2C32F223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8FA9-51A7-DB9A-86AF-44E46589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0826A-B2B6-0E8F-6F20-08C94536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1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7B9C41-905A-6FD4-A878-27D69DC5A9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65B19-59E0-D557-31AE-3E367A463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011EB-820E-FF1B-07EA-D04C058A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86715-010D-6A20-6AFD-8E3C1C0E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C4C36-F9FA-F0A2-4AF6-275D2ABB6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1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F47C4-BA42-449B-2E0D-11DB7E37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8050D-E5A3-A2A7-F3EF-092F4D8CA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D5CA1-B913-5032-91EE-5ED6606F0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2CB52-1185-3A42-A817-8E08CC284891}" type="datetimeFigureOut">
              <a:rPr lang="en-US" smtClean="0"/>
              <a:t>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38602-D5F1-AACD-EADD-6FC397C75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238B1-3365-EE76-DCEF-D1E1BB65F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98713-E02A-5D43-9F97-16A7404EB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6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4356-20B4-B3E7-01D8-DE424B9BD4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Current GIS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89B85-7398-DFE3-B45E-DD516C8D2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Reliability Nodes Project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394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4320-076E-112C-9FF9-1D29093F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voltage transmission lines (&gt;=345kVA)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0636E3-C7F4-3106-E6D3-B205D1DDA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663" y="1371600"/>
            <a:ext cx="939067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3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1282-CF67-ABD1-6C19-CCBBCA05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with coal plants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87C14F-9EBE-D5BC-6426-F2E5E0AFE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8722" y="1371600"/>
            <a:ext cx="943455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5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8AF1-F8E8-7048-4A02-A24E7F52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with natural gas storage facilities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E8C735-9DD5-879C-2E10-5EC830695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3861" y="1371600"/>
            <a:ext cx="898427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05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8492-483A-FA17-2163-0BEF599C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salt domes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9DC94-E69E-EB12-FCB4-74ECCDF6A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75991" cy="4351338"/>
          </a:xfrm>
        </p:spPr>
        <p:txBody>
          <a:bodyPr/>
          <a:lstStyle/>
          <a:p>
            <a:r>
              <a:rPr lang="en-US" dirty="0"/>
              <a:t>???</a:t>
            </a:r>
          </a:p>
          <a:p>
            <a:r>
              <a:rPr lang="en-US" dirty="0"/>
              <a:t>Haven’t found these data yet, not sure they exist in how we want them…</a:t>
            </a:r>
          </a:p>
          <a:p>
            <a:r>
              <a:rPr lang="en-US" dirty="0"/>
              <a:t>Only found data from 1978?</a:t>
            </a:r>
          </a:p>
        </p:txBody>
      </p:sp>
      <p:pic>
        <p:nvPicPr>
          <p:cNvPr id="10" name="Picture 9" descr="Diagram, map&#10;&#10;Description automatically generated">
            <a:extLst>
              <a:ext uri="{FF2B5EF4-FFF2-40B4-BE49-F238E27FC236}">
                <a16:creationId xmlns:a16="http://schemas.microsoft.com/office/drawing/2014/main" id="{779E4CB6-28D9-1369-5DE5-3BA18DF8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947672"/>
            <a:ext cx="7772400" cy="4910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C039F5-593A-46CF-0475-AC4B7FB1841A}"/>
              </a:ext>
            </a:extLst>
          </p:cNvPr>
          <p:cNvSpPr txBox="1"/>
          <p:nvPr/>
        </p:nvSpPr>
        <p:spPr>
          <a:xfrm>
            <a:off x="8984974" y="1530626"/>
            <a:ext cx="1338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Circa 1978…</a:t>
            </a:r>
          </a:p>
        </p:txBody>
      </p:sp>
    </p:spTree>
    <p:extLst>
      <p:ext uri="{BB962C8B-B14F-4D97-AF65-F5344CB8AC3E}">
        <p14:creationId xmlns:p14="http://schemas.microsoft.com/office/powerpoint/2010/main" val="1263724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27A8-565B-FFC2-73BC-36E3BF50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wind capacity factor (unprocessed image)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2AB4EA-B828-52C0-24AD-6DDA64E2B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005" y="1589514"/>
            <a:ext cx="10233991" cy="526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86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EE39F-8FAE-19B5-257A-3874B834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with solar capacity factor (underlying data need processing)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2EA996-A920-DF3F-E683-6F279558AD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078" y="1690688"/>
            <a:ext cx="7985844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612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1E11-5ED3-0423-EE7F-0E8749D8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load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9C33F-469F-4C20-0383-F13BDC3A3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 load data</a:t>
            </a:r>
          </a:p>
          <a:p>
            <a:r>
              <a:rPr lang="en-US"/>
              <a:t>US price data</a:t>
            </a:r>
          </a:p>
        </p:txBody>
      </p:sp>
    </p:spTree>
    <p:extLst>
      <p:ext uri="{BB962C8B-B14F-4D97-AF65-F5344CB8AC3E}">
        <p14:creationId xmlns:p14="http://schemas.microsoft.com/office/powerpoint/2010/main" val="3189036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0BF6-FA2B-88FB-0449-C5E8156B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Ammonia plants and/or fertilizer plants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0B554-F4A4-DEFE-DDFF-501C70CF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users of H2?</a:t>
            </a:r>
          </a:p>
          <a:p>
            <a:endParaRPr lang="en-US" dirty="0"/>
          </a:p>
          <a:p>
            <a:r>
              <a:rPr lang="en-US" dirty="0"/>
              <a:t>Iron and steel plants???</a:t>
            </a:r>
          </a:p>
        </p:txBody>
      </p:sp>
    </p:spTree>
    <p:extLst>
      <p:ext uri="{BB962C8B-B14F-4D97-AF65-F5344CB8AC3E}">
        <p14:creationId xmlns:p14="http://schemas.microsoft.com/office/powerpoint/2010/main" val="1618148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B564-18AB-C23E-650B-0D52B2C73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851F6-7F9F-A543-FD86-9AEEF03DD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else do we need?</a:t>
            </a:r>
          </a:p>
          <a:p>
            <a:r>
              <a:rPr lang="en-US" dirty="0"/>
              <a:t>Consuming all these data and geospatial analysis</a:t>
            </a:r>
          </a:p>
          <a:p>
            <a:pPr lvl="1"/>
            <a:r>
              <a:rPr lang="en-US" dirty="0"/>
              <a:t>Buffer zones</a:t>
            </a:r>
          </a:p>
          <a:p>
            <a:pPr lvl="1"/>
            <a:r>
              <a:rPr lang="en-US" dirty="0"/>
              <a:t>Intersections</a:t>
            </a:r>
          </a:p>
          <a:p>
            <a:pPr lvl="1"/>
            <a:r>
              <a:rPr lang="en-US" dirty="0"/>
              <a:t>Need to develop methodology criteria </a:t>
            </a:r>
          </a:p>
        </p:txBody>
      </p:sp>
    </p:spTree>
    <p:extLst>
      <p:ext uri="{BB962C8B-B14F-4D97-AF65-F5344CB8AC3E}">
        <p14:creationId xmlns:p14="http://schemas.microsoft.com/office/powerpoint/2010/main" val="1217449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121</Words>
  <Application>Microsoft Macintosh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Current GIS data</vt:lpstr>
      <vt:lpstr>High voltage transmission lines (&gt;=345kVA) </vt:lpstr>
      <vt:lpstr>US with coal plants </vt:lpstr>
      <vt:lpstr>US with natural gas storage facilities</vt:lpstr>
      <vt:lpstr>US salt domes</vt:lpstr>
      <vt:lpstr>US wind capacity factor (unprocessed image)</vt:lpstr>
      <vt:lpstr>US with solar capacity factor (underlying data need processing)</vt:lpstr>
      <vt:lpstr>US load data</vt:lpstr>
      <vt:lpstr>Ammonia plants and/or fertilizer plants  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GIS data</dc:title>
  <dc:creator>Rhodes, Joshua D</dc:creator>
  <cp:lastModifiedBy>Rhodes, Joshua D</cp:lastModifiedBy>
  <cp:revision>9</cp:revision>
  <dcterms:created xsi:type="dcterms:W3CDTF">2023-01-23T21:57:46Z</dcterms:created>
  <dcterms:modified xsi:type="dcterms:W3CDTF">2023-01-24T16:21:49Z</dcterms:modified>
</cp:coreProperties>
</file>